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8a3aa6fbcf44af" /><Relationship Type="http://schemas.openxmlformats.org/officeDocument/2006/relationships/extended-properties" Target="/docProps/app.xml" Id="R19783bc852144ff9" /><Relationship Type="http://schemas.openxmlformats.org/officeDocument/2006/relationships/officeDocument" Target="/ppt/presentation.xml" Id="R7a0de279d0b740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2603e1b7b642b7"/>
  </p:sldMasterIdLst>
  <p:notesMasterIdLst>
    <p:notesMasterId xmlns:r="http://schemas.openxmlformats.org/officeDocument/2006/relationships" r:id="R16b0257975e947d7"/>
  </p:notesMasterIdLst>
  <p:sldIdLst>
    <p:sldId xmlns:r="http://schemas.openxmlformats.org/officeDocument/2006/relationships" id="256" r:id="R4ac887ce4e0a4a2e"/>
    <p:sldId xmlns:r="http://schemas.openxmlformats.org/officeDocument/2006/relationships" id="257" r:id="Rab95370402254653"/>
    <p:sldId xmlns:r="http://schemas.openxmlformats.org/officeDocument/2006/relationships" id="258" r:id="R6c041c700ce846fc"/>
    <p:sldId xmlns:r="http://schemas.openxmlformats.org/officeDocument/2006/relationships" id="259" r:id="R2eb6ea405a024c1f"/>
    <p:sldId xmlns:r="http://schemas.openxmlformats.org/officeDocument/2006/relationships" id="260" r:id="R9cbd9fe45cb449a8"/>
    <p:sldId xmlns:r="http://schemas.openxmlformats.org/officeDocument/2006/relationships" id="261" r:id="Rf646314c6b4c4a05"/>
    <p:sldId xmlns:r="http://schemas.openxmlformats.org/officeDocument/2006/relationships" id="262" r:id="Rb0d589987b9b4573"/>
    <p:sldId xmlns:r="http://schemas.openxmlformats.org/officeDocument/2006/relationships" id="263" r:id="Rbaabd2470aef48cf"/>
    <p:sldId xmlns:r="http://schemas.openxmlformats.org/officeDocument/2006/relationships" id="264" r:id="Rd43e5e20882149e1"/>
    <p:sldId xmlns:r="http://schemas.openxmlformats.org/officeDocument/2006/relationships" id="265" r:id="Rfa1ffa00e19a4dca"/>
    <p:sldId xmlns:r="http://schemas.openxmlformats.org/officeDocument/2006/relationships" id="266" r:id="Rb4416fe3b2584554"/>
    <p:sldId xmlns:r="http://schemas.openxmlformats.org/officeDocument/2006/relationships" id="267" r:id="Rd2c26d81772a4b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604832326c4e66" /><Relationship Type="http://schemas.openxmlformats.org/officeDocument/2006/relationships/slideMaster" Target="/ppt/slideMasters/slideMaster1.xml" Id="R7f2603e1b7b642b7" /><Relationship Type="http://schemas.openxmlformats.org/officeDocument/2006/relationships/notesMaster" Target="/ppt/notesMasters/notesMaster1.xml" Id="R16b0257975e947d7" /><Relationship Type="http://schemas.openxmlformats.org/officeDocument/2006/relationships/presProps" Target="/ppt/presProps.xml" Id="Rf8a8f33a5e724831" /><Relationship Type="http://schemas.openxmlformats.org/officeDocument/2006/relationships/tableStyles" Target="/ppt/tableStyles.xml" Id="R008597772792414c" /><Relationship Type="http://schemas.openxmlformats.org/officeDocument/2006/relationships/slide" Target="/ppt/slides/slide1.xml" Id="R4ac887ce4e0a4a2e" /><Relationship Type="http://schemas.openxmlformats.org/officeDocument/2006/relationships/slide" Target="/ppt/slides/slide2.xml" Id="Rab95370402254653" /><Relationship Type="http://schemas.openxmlformats.org/officeDocument/2006/relationships/slide" Target="/ppt/slides/slide3.xml" Id="R6c041c700ce846fc" /><Relationship Type="http://schemas.openxmlformats.org/officeDocument/2006/relationships/slide" Target="/ppt/slides/slide4.xml" Id="R2eb6ea405a024c1f" /><Relationship Type="http://schemas.openxmlformats.org/officeDocument/2006/relationships/slide" Target="/ppt/slides/slide5.xml" Id="R9cbd9fe45cb449a8" /><Relationship Type="http://schemas.openxmlformats.org/officeDocument/2006/relationships/slide" Target="/ppt/slides/slide6.xml" Id="Rf646314c6b4c4a05" /><Relationship Type="http://schemas.openxmlformats.org/officeDocument/2006/relationships/slide" Target="/ppt/slides/slide7.xml" Id="Rb0d589987b9b4573" /><Relationship Type="http://schemas.openxmlformats.org/officeDocument/2006/relationships/slide" Target="/ppt/slides/slide8.xml" Id="Rbaabd2470aef48cf" /><Relationship Type="http://schemas.openxmlformats.org/officeDocument/2006/relationships/slide" Target="/ppt/slides/slide9.xml" Id="Rd43e5e20882149e1" /><Relationship Type="http://schemas.openxmlformats.org/officeDocument/2006/relationships/slide" Target="/ppt/slides/slide10.xml" Id="Rfa1ffa00e19a4dca" /><Relationship Type="http://schemas.openxmlformats.org/officeDocument/2006/relationships/slide" Target="/ppt/slides/slide11.xml" Id="Rb4416fe3b2584554" /><Relationship Type="http://schemas.openxmlformats.org/officeDocument/2006/relationships/slide" Target="/ppt/slides/slide12.xml" Id="Rd2c26d81772a4b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0cd6a73bcc4b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2fdfa2d95c4668" /><Relationship Type="http://schemas.openxmlformats.org/officeDocument/2006/relationships/notesMaster" Target="/ppt/notesMasters/notesMaster1.xml" Id="Rda32aed973aa44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7e19ce09b746d9" /><Relationship Type="http://schemas.openxmlformats.org/officeDocument/2006/relationships/notesMaster" Target="/ppt/notesMasters/notesMaster1.xml" Id="R1ebedaa37af047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4bd1247f40433f" /><Relationship Type="http://schemas.openxmlformats.org/officeDocument/2006/relationships/notesMaster" Target="/ppt/notesMasters/notesMaster1.xml" Id="R8aeabf8764ea42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2b1ad774f746c1" /><Relationship Type="http://schemas.openxmlformats.org/officeDocument/2006/relationships/notesMaster" Target="/ppt/notesMasters/notesMaster1.xml" Id="Ree82b699f41048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a78f62bf094593" /><Relationship Type="http://schemas.openxmlformats.org/officeDocument/2006/relationships/notesMaster" Target="/ppt/notesMasters/notesMaster1.xml" Id="R69109691d70e47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3bc749c9094f6c" /><Relationship Type="http://schemas.openxmlformats.org/officeDocument/2006/relationships/notesMaster" Target="/ppt/notesMasters/notesMaster1.xml" Id="Rba857dc7980e4c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3bd1f0962241e9" /><Relationship Type="http://schemas.openxmlformats.org/officeDocument/2006/relationships/notesMaster" Target="/ppt/notesMasters/notesMaster1.xml" Id="Rd7f51915708a41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df6640c3534679" /><Relationship Type="http://schemas.openxmlformats.org/officeDocument/2006/relationships/notesMaster" Target="/ppt/notesMasters/notesMaster1.xml" Id="R2bea7c0656c346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967e2f14c148ec" /><Relationship Type="http://schemas.openxmlformats.org/officeDocument/2006/relationships/notesMaster" Target="/ppt/notesMasters/notesMaster1.xml" Id="R06114e30192146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8746d937654c95" /><Relationship Type="http://schemas.openxmlformats.org/officeDocument/2006/relationships/notesMaster" Target="/ppt/notesMasters/notesMaster1.xml" Id="R7a22f2e2cc5e4e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fcb1b4efad4c89" /><Relationship Type="http://schemas.openxmlformats.org/officeDocument/2006/relationships/notesMaster" Target="/ppt/notesMasters/notesMaster1.xml" Id="R859632194e0b47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80d5e9b892459b" /><Relationship Type="http://schemas.openxmlformats.org/officeDocument/2006/relationships/notesMaster" Target="/ppt/notesMasters/notesMaster1.xml" Id="Rf071d82652be49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las capturas reales: https://ir3e.com/chapter-8-ftk-walkthrough/ . Capturas históricas de FTK Imager 3.1.1.8.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original: https://ir3e.com/chapter-8-ftk-walkthrough/ ; imagen F08-06.png. La captura muestra FTK Imager 3.1.1.8; en 4.7 pueden variar aspectos de la interfaz. Los discos, nombres, datos del caso y hash pertenecen al ejemplo publicado, no a la USB del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original: https://ir3e.com/chapter-8-ftk-walkthrough/ ; imagen F08-07.png. La captura muestra FTK Imager 3.1.1.8; en 4.7 pueden variar aspectos de la interfaz. Los discos, nombres, datos del caso y hash pertenecen al ejemplo publicado, no a la USB del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original: https://ir3e.com/chapter-8-ftk-walkthrough/ ; imagen F08-08.png. La captura muestra FTK Imager 3.1.1.8; en 4.7 pueden variar aspectos de la interfaz. Los discos, nombres, datos del caso y hash pertenecen al ejemplo publicado, no a la USB del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original: https://ir3e.com/chapter-8-ftk-walkthrough/ ; imagen F08-09.png. La captura muestra FTK Imager 3.1.1.8; en 4.7 pueden variar aspectos de la interfaz. Los discos, nombres, datos del caso y hash pertenecen al ejemplo publicado, no a la USB del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original: https://ir3e.com/chapter-8-ftk-walkthrough/ ; imagen F08-10.png. La captura muestra FTK Imager 3.1.1.8; en 4.7 pueden variar aspectos de la interfaz. Los discos, nombres, datos del caso y hash pertenecen al ejemplo publicado, no a la USB del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original: https://ir3e.com/chapter-8-ftk-walkthrough/ ; imagen F08-11.png. La captura muestra FTK Imager 3.1.1.8; en 4.7 pueden variar aspectos de la interfaz. Los discos, nombres, datos del caso y hash pertenecen al ejemplo publicado, no a la USB del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original: https://ir3e.com/chapter-8-ftk-walkthrough/ ; imagen F08-12.png. La captura muestra FTK Imager 3.1.1.8; en 4.7 pueden variar aspectos de la interfaz. Los discos, nombres, datos del caso y hash pertenecen al ejemplo publicado, no a la USB del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original: https://ir3e.com/chapter-8-ftk-walkthrough/ ; imagen F08-13.png. La captura muestra FTK Imager 3.1.1.8; en 4.7 pueden variar aspectos de la interfaz. Los discos, nombres, datos del caso y hash pertenecen al ejemplo publicado, no a la USB del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original: https://ir3e.com/chapter-8-ftk-walkthrough/ ; imagen F08-14.png. La captura muestra FTK Imager 3.1.1.8; en 4.7 pueden variar aspectos de la interfaz. Los discos, nombres, datos del caso y hash pertenecen al ejemplo publicado, no a la USB del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original: https://ir3e.com/chapter-8-ftk-walkthrough/ ; imagen F08-15.png. La captura muestra FTK Imager 3.1.1.8; en 4.7 pueden variar aspectos de la interfaz. Los discos, nombres, datos del caso y hash pertenecen al ejemplo publicado, no a la USB del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 de capturas: https://ir3e.com/chapter-8-ftk-walkthrough/ . Exterro FTK Imager: https://www.exterro.com/digital-forensics-software/ftk-imager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7fc9fbf6746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25f5749fc94a4a" /><Relationship Type="http://schemas.openxmlformats.org/officeDocument/2006/relationships/slideLayout" Target="/ppt/slideLayouts/slideLayout1.xml" Id="R80d59f6c30f646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d59f6c30f646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570a5e8d0422b" /><Relationship Type="http://schemas.openxmlformats.org/officeDocument/2006/relationships/notesSlide" Target="/ppt/notesSlides/notesSlide1.xml" Id="R25b2567f4dac41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96bdf72f0450c" /><Relationship Type="http://schemas.openxmlformats.org/officeDocument/2006/relationships/image" Target="/ppt/media/image.png" Id="R507271df72384c1c" /><Relationship Type="http://schemas.openxmlformats.org/officeDocument/2006/relationships/notesSlide" Target="/ppt/notesSlides/notesSlide2.xml" Id="R54bce64393304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fa8d2eb264785" /><Relationship Type="http://schemas.openxmlformats.org/officeDocument/2006/relationships/image" Target="/ppt/media/image2.png" Id="Rbdfdfce143b74a9b" /><Relationship Type="http://schemas.openxmlformats.org/officeDocument/2006/relationships/notesSlide" Target="/ppt/notesSlides/notesSlide3.xml" Id="R9708df4227b549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d463b6b024cd7" /><Relationship Type="http://schemas.openxmlformats.org/officeDocument/2006/relationships/image" Target="/ppt/media/image3.png" Id="Rb8e204ed1d5a430e" /><Relationship Type="http://schemas.openxmlformats.org/officeDocument/2006/relationships/notesSlide" Target="/ppt/notesSlides/notesSlide4.xml" Id="R97cd86f5c89540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2ee56bdc14e66" /><Relationship Type="http://schemas.openxmlformats.org/officeDocument/2006/relationships/image" Target="/ppt/media/image4.png" Id="R4833d0451ddd48d2" /><Relationship Type="http://schemas.openxmlformats.org/officeDocument/2006/relationships/notesSlide" Target="/ppt/notesSlides/notesSlide5.xml" Id="R07405d1779634d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814fb60524ed2" /><Relationship Type="http://schemas.openxmlformats.org/officeDocument/2006/relationships/image" Target="/ppt/media/image5.png" Id="Rf6ad912f44fb4a29" /><Relationship Type="http://schemas.openxmlformats.org/officeDocument/2006/relationships/notesSlide" Target="/ppt/notesSlides/notesSlide6.xml" Id="R7e0f0d7f741646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b8125a9e44b4c" /><Relationship Type="http://schemas.openxmlformats.org/officeDocument/2006/relationships/image" Target="/ppt/media/image6.png" Id="Rd309f5e0b633412e" /><Relationship Type="http://schemas.openxmlformats.org/officeDocument/2006/relationships/notesSlide" Target="/ppt/notesSlides/notesSlide7.xml" Id="R91afba3353c44c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ea2fc9850469d" /><Relationship Type="http://schemas.openxmlformats.org/officeDocument/2006/relationships/image" Target="/ppt/media/image7.png" Id="Rdd43a957153e4f1b" /><Relationship Type="http://schemas.openxmlformats.org/officeDocument/2006/relationships/notesSlide" Target="/ppt/notesSlides/notesSlide8.xml" Id="R541e402e826348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fa3c84fe24d70" /><Relationship Type="http://schemas.openxmlformats.org/officeDocument/2006/relationships/image" Target="/ppt/media/image8.png" Id="R72e305b92ef648e6" /><Relationship Type="http://schemas.openxmlformats.org/officeDocument/2006/relationships/notesSlide" Target="/ppt/notesSlides/notesSlide9.xml" Id="R686f7363a38141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3af869026425d" /><Relationship Type="http://schemas.openxmlformats.org/officeDocument/2006/relationships/image" Target="/ppt/media/image9.png" Id="R8c2f953e52a8487f" /><Relationship Type="http://schemas.openxmlformats.org/officeDocument/2006/relationships/notesSlide" Target="/ppt/notesSlides/notesSlide10.xml" Id="R98e0ed26ade645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a59813ea547ce" /><Relationship Type="http://schemas.openxmlformats.org/officeDocument/2006/relationships/image" Target="/ppt/media/image10.png" Id="R1d0252a5d2164111" /><Relationship Type="http://schemas.openxmlformats.org/officeDocument/2006/relationships/notesSlide" Target="/ppt/notesSlides/notesSlide11.xml" Id="R484c1517fc284e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db42d10cf4b32" /><Relationship Type="http://schemas.openxmlformats.org/officeDocument/2006/relationships/notesSlide" Target="/ppt/notesSlides/notesSlide12.xml" Id="R9dd236b3da894a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A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587D2-F725-4C31-8034-1ADDEC3A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Create Disk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95B2C-00F2-4C7D-AEE8-86B994AE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47925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E0EFFA"/>
                </a:solidFill>
                <a:latin typeface="Nimbus Sans"/>
                <a:ea typeface="Nimbus Sans"/>
                <a:cs typeface="Nimbus Sans"/>
              </a:defRPr>
            </a:pPr>
            <a:r>
              <a:rPr sz="2700" b="0">
                <a:solidFill>
                  <a:srgbClr val="E0EFFA"/>
                </a:solidFill>
                <a:latin typeface="Nimbus Sans"/>
                <a:ea typeface="Nimbus Sans"/>
                <a:cs typeface="Nimbus Sans"/>
              </a:rPr>
              <a:t>Imagen forense de una memoria USB con FTK Imager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EC625-B13B-4CAA-85DB-F7CA619B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38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Guía visual paso a paso · Informática Forense</a:t>
            </a:r>
          </a:p>
        </p:txBody>
      </p:sp>
    </p:spTree>
    <p:extLst>
      <p:ext uri="{BB962C8B-B14F-4D97-AF65-F5344CB8AC3E}">
        <p14:creationId xmlns:p14="http://schemas.microsoft.com/office/powerpoint/2010/main" val="1550592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C275-3DA0-420B-9DBA-8BEDFFC5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rPr>
              <a:t>Inicio de FTK Imager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A275C-5603-4CDC-86BC-EB7D9958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Abra FTK Imager en el equipo de adquisición. Conecte la USB de origen y una unidad distinta con espacio suficiente para guardar la imagen.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271df72384c1c"/>
          <a:stretch xmlns:a="http://schemas.openxmlformats.org/drawingml/2006/main"/>
        </p:blipFill>
        <p:spPr>
          <a:xfrm xmlns:a="http://schemas.openxmlformats.org/drawingml/2006/main">
            <a:off x="3577247" y="2286000"/>
            <a:ext cx="5037505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C5DC6-9A87-42A5-B364-3E04771C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rPr>
              <a:t>Paso 1  ·  Captura real de FTK Imager 3.1.1.8</a:t>
            </a:r>
          </a:p>
        </p:txBody>
      </p:sp>
    </p:spTree>
    <p:extLst>
      <p:ext uri="{BB962C8B-B14F-4D97-AF65-F5344CB8AC3E}">
        <p14:creationId xmlns:p14="http://schemas.microsoft.com/office/powerpoint/2010/main" val="472191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D884D-E015-40BF-A0D7-A863021A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rPr>
              <a:t>Tipo de fuente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2DBD1-9420-479D-9168-609A085E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En File &gt; Create Disk Image, elija Physical Drive para adquirir el dispositivo USB completo, incluidos sectores no asignados.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dfce143b74a9b"/>
          <a:stretch xmlns:a="http://schemas.openxmlformats.org/drawingml/2006/main"/>
        </p:blipFill>
        <p:spPr>
          <a:xfrm xmlns:a="http://schemas.openxmlformats.org/drawingml/2006/main">
            <a:off x="3577247" y="2286000"/>
            <a:ext cx="5037505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9A07A-F3F7-4212-A3BD-28539249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rPr>
              <a:t>Paso 2  ·  Captura real de FTK Imager 3.1.1.8</a:t>
            </a:r>
          </a:p>
        </p:txBody>
      </p:sp>
    </p:spTree>
    <p:extLst>
      <p:ext uri="{BB962C8B-B14F-4D97-AF65-F5344CB8AC3E}">
        <p14:creationId xmlns:p14="http://schemas.microsoft.com/office/powerpoint/2010/main" val="1619091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62F61-60AE-49EB-81B7-B5FEF6BA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rPr>
              <a:t>Selección de la USB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DB316-6DC0-4517-89B2-A8BD8F19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Seleccione el disco físico que corresponde a la memoria USB. Confirme modelo y capacidad antes de pulsar Finish. La letra D: por sí sola no identifica el disco físico.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204ed1d5a430e"/>
          <a:stretch xmlns:a="http://schemas.openxmlformats.org/drawingml/2006/main"/>
        </p:blipFill>
        <p:spPr>
          <a:xfrm xmlns:a="http://schemas.openxmlformats.org/drawingml/2006/main">
            <a:off x="3577247" y="2286000"/>
            <a:ext cx="5037505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681A8-A424-4C8A-9A92-3BFF7D62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rPr>
              <a:t>Paso 3  ·  Captura real de FTK Imager 3.1.1.8</a:t>
            </a:r>
          </a:p>
        </p:txBody>
      </p:sp>
    </p:spTree>
    <p:extLst>
      <p:ext uri="{BB962C8B-B14F-4D97-AF65-F5344CB8AC3E}">
        <p14:creationId xmlns:p14="http://schemas.microsoft.com/office/powerpoint/2010/main" val="1355070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174AC-86D6-4D32-933F-1F8AC2C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rPr>
              <a:t>Destino de la imagen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0FD26-3669-4980-9A05-9521E2EA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En Create Image, pulse Add. Guarde el archivo en otra unidad física, nunca en la USB que se está adquiriendo.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3d0451ddd48d2"/>
          <a:stretch xmlns:a="http://schemas.openxmlformats.org/drawingml/2006/main"/>
        </p:blipFill>
        <p:spPr>
          <a:xfrm xmlns:a="http://schemas.openxmlformats.org/drawingml/2006/main">
            <a:off x="3577247" y="2286000"/>
            <a:ext cx="5037505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43D60-4273-43E4-8750-2637C662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rPr>
              <a:t>Paso 4  ·  Captura real de FTK Imager 3.1.1.8</a:t>
            </a:r>
          </a:p>
        </p:txBody>
      </p:sp>
    </p:spTree>
    <p:extLst>
      <p:ext uri="{BB962C8B-B14F-4D97-AF65-F5344CB8AC3E}">
        <p14:creationId xmlns:p14="http://schemas.microsoft.com/office/powerpoint/2010/main" val="1914809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0E981-1470-4073-81F4-963CA1DB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rPr>
              <a:t>Formato de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23F96-F042-42A6-B2CA-B8AD73BF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Elija E01 si desea guardar datos del caso y emplear compresión. Raw (dd) también es una opción si el laboratorio requiere ese formato.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d912f44fb4a29"/>
          <a:stretch xmlns:a="http://schemas.openxmlformats.org/drawingml/2006/main"/>
        </p:blipFill>
        <p:spPr>
          <a:xfrm xmlns:a="http://schemas.openxmlformats.org/drawingml/2006/main">
            <a:off x="3577247" y="2286000"/>
            <a:ext cx="5037505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E1ECE-A0DF-4C22-9B93-E9861D87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rPr>
              <a:t>Paso 5  ·  Captura real de FTK Imager 3.1.1.8</a:t>
            </a:r>
          </a:p>
        </p:txBody>
      </p:sp>
    </p:spTree>
    <p:extLst>
      <p:ext uri="{BB962C8B-B14F-4D97-AF65-F5344CB8AC3E}">
        <p14:creationId xmlns:p14="http://schemas.microsoft.com/office/powerpoint/2010/main" val="1191699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77EC8-0E59-4B74-B314-64BA796B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rPr>
              <a:t>Datos de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E6AD7-7A4E-48FD-BAAF-2B238309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Registre número de caso, número de evidencia, descripción, nombre del examinador y notas. Use los datos de su práctica.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9f5e0b633412e"/>
          <a:stretch xmlns:a="http://schemas.openxmlformats.org/drawingml/2006/main"/>
        </p:blipFill>
        <p:spPr>
          <a:xfrm xmlns:a="http://schemas.openxmlformats.org/drawingml/2006/main">
            <a:off x="3577247" y="2286000"/>
            <a:ext cx="5037505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2A85A-7368-46EE-803E-521D94BD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rPr>
              <a:t>Paso 6  ·  Captura real de FTK Imager 3.1.1.8</a:t>
            </a:r>
          </a:p>
        </p:txBody>
      </p:sp>
    </p:spTree>
    <p:extLst>
      <p:ext uri="{BB962C8B-B14F-4D97-AF65-F5344CB8AC3E}">
        <p14:creationId xmlns:p14="http://schemas.microsoft.com/office/powerpoint/2010/main" val="1250889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6FDBD-0146-47BB-B620-543C2AE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rPr>
              <a:t>Carpeta y nombre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82DFB-7A89-48CD-B4EE-3FE0E084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Indique la carpeta de destino y el nombre base del archivo. Compruebe espacio libre. Ajuste fragmentación y compresión según la práctica.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3a957153e4f1b"/>
          <a:stretch xmlns:a="http://schemas.openxmlformats.org/drawingml/2006/main"/>
        </p:blipFill>
        <p:spPr>
          <a:xfrm xmlns:a="http://schemas.openxmlformats.org/drawingml/2006/main">
            <a:off x="3577247" y="2286000"/>
            <a:ext cx="5037505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CA2A0-15A1-408E-A556-FBBE7705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rPr>
              <a:t>Paso 7  ·  Captura real de FTK Imager 3.1.1.8</a:t>
            </a:r>
          </a:p>
        </p:txBody>
      </p:sp>
    </p:spTree>
    <p:extLst>
      <p:ext uri="{BB962C8B-B14F-4D97-AF65-F5344CB8AC3E}">
        <p14:creationId xmlns:p14="http://schemas.microsoft.com/office/powerpoint/2010/main" val="18568424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6A441-9406-4E8E-9371-19D54401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rPr>
              <a:t>Inicio y progreso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EA262-E193-496C-9068-6C55B4F2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Active Verify images after they are created y pulse Start. Espere sin retirar ninguna unidad ni abrir archivos de la USB de origen.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305b92ef648e6"/>
          <a:stretch xmlns:a="http://schemas.openxmlformats.org/drawingml/2006/main"/>
        </p:blipFill>
        <p:spPr>
          <a:xfrm xmlns:a="http://schemas.openxmlformats.org/drawingml/2006/main">
            <a:off x="3577247" y="2286000"/>
            <a:ext cx="5037505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A4414-394C-411B-9EE1-539B5C73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rPr>
              <a:t>Paso 8  ·  Captura real de FTK Imager 3.1.1.8</a:t>
            </a:r>
          </a:p>
        </p:txBody>
      </p:sp>
    </p:spTree>
    <p:extLst>
      <p:ext uri="{BB962C8B-B14F-4D97-AF65-F5344CB8AC3E}">
        <p14:creationId xmlns:p14="http://schemas.microsoft.com/office/powerpoint/2010/main" val="18781157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3E881-26FC-4D69-8E14-85C6BB9F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rPr>
              <a:t>Finalización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8E2EC-2152-436E-97A7-40380A1C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Confirme el mensaje Image created successfully. Abra Image Summary y revise si se informan errores o sectores defectuosos.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f953e52a8487f"/>
          <a:stretch xmlns:a="http://schemas.openxmlformats.org/drawingml/2006/main"/>
        </p:blipFill>
        <p:spPr>
          <a:xfrm xmlns:a="http://schemas.openxmlformats.org/drawingml/2006/main">
            <a:off x="3577247" y="2286000"/>
            <a:ext cx="5037505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17061-40F3-450D-9D26-1D4D092E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rPr>
              <a:t>Paso 9  ·  Captura real de FTK Imager 3.1.1.8</a:t>
            </a:r>
          </a:p>
        </p:txBody>
      </p:sp>
    </p:spTree>
    <p:extLst>
      <p:ext uri="{BB962C8B-B14F-4D97-AF65-F5344CB8AC3E}">
        <p14:creationId xmlns:p14="http://schemas.microsoft.com/office/powerpoint/2010/main" val="17267168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D40C9-31C5-4A86-A0ED-9F01AE3E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23A57"/>
                </a:solidFill>
                <a:latin typeface="Nimbus Sans"/>
                <a:ea typeface="Nimbus Sans"/>
                <a:cs typeface="Nimbus Sans"/>
              </a:rPr>
              <a:t>Registro y hash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82F56-8DBA-48B1-B43F-F9638ADA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Conserve el archivo de imagen y el registro .txt. Verifique el resultado de comparación de hash y documente fecha, unidad, formato y ruta.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252a5d2164111"/>
          <a:stretch xmlns:a="http://schemas.openxmlformats.org/drawingml/2006/main"/>
        </p:blipFill>
        <p:spPr>
          <a:xfrm xmlns:a="http://schemas.openxmlformats.org/drawingml/2006/main">
            <a:off x="4120471" y="2286000"/>
            <a:ext cx="3951057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95470-4E53-4839-A788-7B28C232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36577"/>
                </a:solidFill>
                <a:latin typeface="Nimbus Sans"/>
                <a:ea typeface="Nimbus Sans"/>
                <a:cs typeface="Nimbus Sans"/>
              </a:rPr>
              <a:t>Paso 10  ·  Captura real de FTK Imager 3.1.1.8</a:t>
            </a:r>
          </a:p>
        </p:txBody>
      </p:sp>
    </p:spTree>
    <p:extLst>
      <p:ext uri="{BB962C8B-B14F-4D97-AF65-F5344CB8AC3E}">
        <p14:creationId xmlns:p14="http://schemas.microsoft.com/office/powerpoint/2010/main" val="5296527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02857-E092-47EE-A6C1-5B9BB9EC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A57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23A57"/>
                </a:solidFill>
                <a:latin typeface="Nimbus Sans"/>
                <a:ea typeface="Nimbus Sans"/>
                <a:cs typeface="Nimbus Sans"/>
              </a:rPr>
              <a:t>Comprobación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A7BFD-7D17-4908-9C64-011D668F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1. Imagen E01 o Raw guardada en la unidad de destino.</a:t>
            </a:r>
          </a:p>
          <a:p xmlns:a="http://schemas.openxmlformats.org/drawingml/2006/main">
            <a:pPr>
              <a:defRPr sz="225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2. Registro de FTK Imager conservado junto a la imagen.</a:t>
            </a:r>
          </a:p>
          <a:p xmlns:a="http://schemas.openxmlformats.org/drawingml/2006/main">
            <a:pPr>
              <a:defRPr sz="225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3. Verificación de la imagen y hashes documentados.</a:t>
            </a:r>
          </a:p>
          <a:p xmlns:a="http://schemas.openxmlformats.org/drawingml/2006/main">
            <a:pPr>
              <a:defRPr sz="2250" b="0">
                <a:solidFill>
                  <a:srgbClr val="12263A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2263A"/>
                </a:solidFill>
                <a:latin typeface="Nimbus Sans"/>
                <a:ea typeface="Nimbus Sans"/>
                <a:cs typeface="Nimbus Sans"/>
              </a:rPr>
              <a:t>4. USB original identificada y resguardada.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72091-1F45-4A01-A1F1-4DDF9F6C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721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1576C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41576C"/>
                </a:solidFill>
                <a:latin typeface="Nimbus Sans"/>
                <a:ea typeface="Nimbus Sans"/>
                <a:cs typeface="Nimbus Sans"/>
              </a:rPr>
              <a:t>Las capturas son de un caso publicado; sustitúyalas por las de su práctica para documentar su evidencia.</a:t>
            </a:r>
          </a:p>
        </p:txBody>
      </p:sp>
    </p:spTree>
    <p:extLst>
      <p:ext uri="{BB962C8B-B14F-4D97-AF65-F5344CB8AC3E}">
        <p14:creationId xmlns:p14="http://schemas.microsoft.com/office/powerpoint/2010/main" val="1725727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2026-09-25T15:42:54.9700000Z</dcterms:created>
  <dcterms:modified xsi:type="dcterms:W3CDTF">2026-09-25T15:42:54.9700000Z</dcterms:modified>
</coreProperties>
</file>