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a9feb13b74d6e" /><Relationship Type="http://schemas.openxmlformats.org/officeDocument/2006/relationships/extended-properties" Target="/docProps/app.xml" Id="Rcf4f518814df4ffd" /><Relationship Type="http://schemas.openxmlformats.org/officeDocument/2006/relationships/officeDocument" Target="/ppt/presentation.xml" Id="Re35678ee9c56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628d0c916f4f75"/>
  </p:sldMasterIdLst>
  <p:notesMasterIdLst>
    <p:notesMasterId xmlns:r="http://schemas.openxmlformats.org/officeDocument/2006/relationships" r:id="R20a08f5060a34748"/>
  </p:notesMasterIdLst>
  <p:sldIdLst>
    <p:sldId xmlns:r="http://schemas.openxmlformats.org/officeDocument/2006/relationships" id="256" r:id="Rc6c5384560b74d17"/>
    <p:sldId xmlns:r="http://schemas.openxmlformats.org/officeDocument/2006/relationships" id="257" r:id="R6131ae6a2a194d7f"/>
    <p:sldId xmlns:r="http://schemas.openxmlformats.org/officeDocument/2006/relationships" id="258" r:id="R6c8fee8fb58742ec"/>
    <p:sldId xmlns:r="http://schemas.openxmlformats.org/officeDocument/2006/relationships" id="259" r:id="R21396c473e6f4b80"/>
    <p:sldId xmlns:r="http://schemas.openxmlformats.org/officeDocument/2006/relationships" id="260" r:id="Ra35a336fa37c4a05"/>
    <p:sldId xmlns:r="http://schemas.openxmlformats.org/officeDocument/2006/relationships" id="261" r:id="R5b701e0fe0b84f81"/>
    <p:sldId xmlns:r="http://schemas.openxmlformats.org/officeDocument/2006/relationships" id="262" r:id="R0dbea05c171b4d8b"/>
    <p:sldId xmlns:r="http://schemas.openxmlformats.org/officeDocument/2006/relationships" id="263" r:id="R25731a4722ad4978"/>
    <p:sldId xmlns:r="http://schemas.openxmlformats.org/officeDocument/2006/relationships" id="264" r:id="Rc2e2b58730f44598"/>
    <p:sldId xmlns:r="http://schemas.openxmlformats.org/officeDocument/2006/relationships" id="265" r:id="R2055a7849cc54249"/>
    <p:sldId xmlns:r="http://schemas.openxmlformats.org/officeDocument/2006/relationships" id="266" r:id="R2bd96a7893374d30"/>
    <p:sldId xmlns:r="http://schemas.openxmlformats.org/officeDocument/2006/relationships" id="267" r:id="Refccfe86459245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17a5bcadf43b3" /><Relationship Type="http://schemas.openxmlformats.org/officeDocument/2006/relationships/slideMaster" Target="/ppt/slideMasters/slideMaster1.xml" Id="R6e628d0c916f4f75" /><Relationship Type="http://schemas.openxmlformats.org/officeDocument/2006/relationships/notesMaster" Target="/ppt/notesMasters/notesMaster1.xml" Id="R20a08f5060a34748" /><Relationship Type="http://schemas.openxmlformats.org/officeDocument/2006/relationships/presProps" Target="/ppt/presProps.xml" Id="R77d08fef9b204e30" /><Relationship Type="http://schemas.openxmlformats.org/officeDocument/2006/relationships/tableStyles" Target="/ppt/tableStyles.xml" Id="R3f764190cef844fe" /><Relationship Type="http://schemas.openxmlformats.org/officeDocument/2006/relationships/slide" Target="/ppt/slides/slide1.xml" Id="Rc6c5384560b74d17" /><Relationship Type="http://schemas.openxmlformats.org/officeDocument/2006/relationships/slide" Target="/ppt/slides/slide2.xml" Id="R6131ae6a2a194d7f" /><Relationship Type="http://schemas.openxmlformats.org/officeDocument/2006/relationships/slide" Target="/ppt/slides/slide3.xml" Id="R6c8fee8fb58742ec" /><Relationship Type="http://schemas.openxmlformats.org/officeDocument/2006/relationships/slide" Target="/ppt/slides/slide4.xml" Id="R21396c473e6f4b80" /><Relationship Type="http://schemas.openxmlformats.org/officeDocument/2006/relationships/slide" Target="/ppt/slides/slide5.xml" Id="Ra35a336fa37c4a05" /><Relationship Type="http://schemas.openxmlformats.org/officeDocument/2006/relationships/slide" Target="/ppt/slides/slide6.xml" Id="R5b701e0fe0b84f81" /><Relationship Type="http://schemas.openxmlformats.org/officeDocument/2006/relationships/slide" Target="/ppt/slides/slide7.xml" Id="R0dbea05c171b4d8b" /><Relationship Type="http://schemas.openxmlformats.org/officeDocument/2006/relationships/slide" Target="/ppt/slides/slide8.xml" Id="R25731a4722ad4978" /><Relationship Type="http://schemas.openxmlformats.org/officeDocument/2006/relationships/slide" Target="/ppt/slides/slide9.xml" Id="Rc2e2b58730f44598" /><Relationship Type="http://schemas.openxmlformats.org/officeDocument/2006/relationships/slide" Target="/ppt/slides/slide10.xml" Id="R2055a7849cc54249" /><Relationship Type="http://schemas.openxmlformats.org/officeDocument/2006/relationships/slide" Target="/ppt/slides/slide11.xml" Id="R2bd96a7893374d30" /><Relationship Type="http://schemas.openxmlformats.org/officeDocument/2006/relationships/slide" Target="/ppt/slides/slide12.xml" Id="Refccfe864592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4c8329dc1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9dde0de3b4fd1" /><Relationship Type="http://schemas.openxmlformats.org/officeDocument/2006/relationships/notesMaster" Target="/ppt/notesMasters/notesMaster1.xml" Id="Rfcf2650385fd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f67982f19449e" /><Relationship Type="http://schemas.openxmlformats.org/officeDocument/2006/relationships/notesMaster" Target="/ppt/notesMasters/notesMaster1.xml" Id="R00607ead02d2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520bc6c204138" /><Relationship Type="http://schemas.openxmlformats.org/officeDocument/2006/relationships/notesMaster" Target="/ppt/notesMasters/notesMaster1.xml" Id="R1167223cc037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7ee00f181348d8" /><Relationship Type="http://schemas.openxmlformats.org/officeDocument/2006/relationships/notesMaster" Target="/ppt/notesMasters/notesMaster1.xml" Id="R80b841739fd645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7603bc0454bad" /><Relationship Type="http://schemas.openxmlformats.org/officeDocument/2006/relationships/notesMaster" Target="/ppt/notesMasters/notesMaster1.xml" Id="R8429ba2bd8fa4e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6c229d5a94202" /><Relationship Type="http://schemas.openxmlformats.org/officeDocument/2006/relationships/notesMaster" Target="/ppt/notesMasters/notesMaster1.xml" Id="R38f4a9ab988e4d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0c5ce829dc4164" /><Relationship Type="http://schemas.openxmlformats.org/officeDocument/2006/relationships/notesMaster" Target="/ppt/notesMasters/notesMaster1.xml" Id="R153197ac9ea3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61559f4d294ddd" /><Relationship Type="http://schemas.openxmlformats.org/officeDocument/2006/relationships/notesMaster" Target="/ppt/notesMasters/notesMaster1.xml" Id="Ra6196f13c1254a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0eae7cb1bb404d" /><Relationship Type="http://schemas.openxmlformats.org/officeDocument/2006/relationships/notesMaster" Target="/ppt/notesMasters/notesMaster1.xml" Id="R9e6cd74f8c0845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02582b36934b93" /><Relationship Type="http://schemas.openxmlformats.org/officeDocument/2006/relationships/notesMaster" Target="/ppt/notesMasters/notesMaster1.xml" Id="R3d990490738d4a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48728dcada4663" /><Relationship Type="http://schemas.openxmlformats.org/officeDocument/2006/relationships/notesMaster" Target="/ppt/notesMasters/notesMaster1.xml" Id="Rc9d69548df7d4b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147660413242a9" /><Relationship Type="http://schemas.openxmlformats.org/officeDocument/2006/relationships/notesMaster" Target="/ppt/notesMasters/notesMaster1.xml" Id="Rac72fcfd8332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auténticas de fuentes independientes, identificadas por diapositiva. FTK Imager 4.7.3.81 en algunas capturas. Guía 4.7.1: https://d1kpmuwb7gvu1.cloudfront.net/Imager/4_7_1/FTKImager_UserGuide.pdf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https://umag.hr/uploaded/Forenzicka_analiza_operacijskog_sustava_Windows_11-1752647687461.pdf.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https://d1kpmuwb7gvu1i.cloudfront.net/Imager/4_7_1/FTKImager_UserGuide.pdf.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https://d1kpmuwb7gvu1i.cloudfront.net/Imager/4_7_1/FTKImager_UserGuide.pdf.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https://d1kpmuwb7gvu1i.cloudfront.net/Imager/4_7_1/FTKImager_UserGuide.pdf.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https://umag.hr/uploaded/Forenzicka_analiza_operacijskog_sustava_Windows_11-1752647687461.pdf.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captura: https://forliq.tistory.com/entry/%EB%94%94%EC%A7%80%ED%84%B8-%ED%8F%AC%EB%A0%8C%EC%8B%9D-FTK-Imager-%EC%84%A4%EC%B9%98-%EB%B0%8F-%EC%82%AC%EC%9A%A9%EB%B2%95. Captura de un caso publicado, no de la USB del usuario. Referencia técnica para el procedimiento: https://d1kpmuwb7gvu1i.cloudfront.net/Imager/4_7_1/FTKImager_UserGuide.pdf.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7cfb86d6e44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19626e03a4eec" /><Relationship Type="http://schemas.openxmlformats.org/officeDocument/2006/relationships/slideLayout" Target="/ppt/slideLayouts/slideLayout1.xml" Id="Rfa7371796693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371796693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0e4871684b3f" /><Relationship Type="http://schemas.openxmlformats.org/officeDocument/2006/relationships/notesSlide" Target="/ppt/notesSlides/notesSlide1.xml" Id="R9299060acd6945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6483b6df4b6f" /><Relationship Type="http://schemas.openxmlformats.org/officeDocument/2006/relationships/image" Target="/ppt/media/image.png" Id="R2098e273233d4407" /><Relationship Type="http://schemas.openxmlformats.org/officeDocument/2006/relationships/notesSlide" Target="/ppt/notesSlides/notesSlide2.xml" Id="Rf44cc8472bda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788f02d24edb" /><Relationship Type="http://schemas.openxmlformats.org/officeDocument/2006/relationships/image" Target="/ppt/media/image2.png" Id="R2a733c9d3dda448a" /><Relationship Type="http://schemas.openxmlformats.org/officeDocument/2006/relationships/notesSlide" Target="/ppt/notesSlides/notesSlide3.xml" Id="R940a9208ccb4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b4e60fca14052" /><Relationship Type="http://schemas.openxmlformats.org/officeDocument/2006/relationships/image" Target="/ppt/media/image3.png" Id="Rd834fe13fe96400e" /><Relationship Type="http://schemas.openxmlformats.org/officeDocument/2006/relationships/notesSlide" Target="/ppt/notesSlides/notesSlide4.xml" Id="R6a5705f1237d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006637e954ea7" /><Relationship Type="http://schemas.openxmlformats.org/officeDocument/2006/relationships/image" Target="/ppt/media/image4.png" Id="R61e96e1d60834ec2" /><Relationship Type="http://schemas.openxmlformats.org/officeDocument/2006/relationships/notesSlide" Target="/ppt/notesSlides/notesSlide5.xml" Id="R8729c3b8198f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f38d856f647e6" /><Relationship Type="http://schemas.openxmlformats.org/officeDocument/2006/relationships/image" Target="/ppt/media/image5.png" Id="R0dd0c5fbab5a4526" /><Relationship Type="http://schemas.openxmlformats.org/officeDocument/2006/relationships/notesSlide" Target="/ppt/notesSlides/notesSlide6.xml" Id="Rc26bbd134003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54e101deb418f" /><Relationship Type="http://schemas.openxmlformats.org/officeDocument/2006/relationships/image" Target="/ppt/media/image6.png" Id="Rbfb87219405f4abc" /><Relationship Type="http://schemas.openxmlformats.org/officeDocument/2006/relationships/notesSlide" Target="/ppt/notesSlides/notesSlide7.xml" Id="R6ad459e4384a4f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47b1e61a4098" /><Relationship Type="http://schemas.openxmlformats.org/officeDocument/2006/relationships/image" Target="/ppt/media/image7.png" Id="R67310fb02538434e" /><Relationship Type="http://schemas.openxmlformats.org/officeDocument/2006/relationships/notesSlide" Target="/ppt/notesSlides/notesSlide8.xml" Id="Rb6115185049f48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eb51e3784e6f" /><Relationship Type="http://schemas.openxmlformats.org/officeDocument/2006/relationships/image" Target="/ppt/media/image8.png" Id="R20de3c4d0c934a2b" /><Relationship Type="http://schemas.openxmlformats.org/officeDocument/2006/relationships/notesSlide" Target="/ppt/notesSlides/notesSlide9.xml" Id="Re368942d5f2c40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7b6ead254277" /><Relationship Type="http://schemas.openxmlformats.org/officeDocument/2006/relationships/image" Target="/ppt/media/image9.png" Id="R15b32b3d99ff4e32" /><Relationship Type="http://schemas.openxmlformats.org/officeDocument/2006/relationships/notesSlide" Target="/ppt/notesSlides/notesSlide10.xml" Id="Rd67d60d0398b4e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83b3ae79a41a8" /><Relationship Type="http://schemas.openxmlformats.org/officeDocument/2006/relationships/image" Target="/ppt/media/image10.png" Id="R1fc1b378714243ce" /><Relationship Type="http://schemas.openxmlformats.org/officeDocument/2006/relationships/notesSlide" Target="/ppt/notesSlides/notesSlide11.xml" Id="R9f8dbd357d7e44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ef8dc45d841e6" /><Relationship Type="http://schemas.openxmlformats.org/officeDocument/2006/relationships/image" Target="/ppt/media/image11.png" Id="R5bf752b99a864e08" /><Relationship Type="http://schemas.openxmlformats.org/officeDocument/2006/relationships/notesSlide" Target="/ppt/notesSlides/notesSlide12.xml" Id="R97904911f5af4e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6575C-E8AE-465A-8AD1-88CD2FE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Image Mounting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BC545-1A3F-4542-A150-5A224BF7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2EF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0">
                <a:solidFill>
                  <a:srgbClr val="E2EFFA"/>
                </a:solidFill>
                <a:latin typeface="Nimbus Sans"/>
                <a:ea typeface="Nimbus Sans"/>
                <a:cs typeface="Nimbus Sans"/>
              </a:rPr>
              <a:t>Montar, explorar y desmontar una imagen USB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0D492-5EBD-45C3-8D7E-4980B982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23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FTK Imager · Secuencia visual paso a paso</a:t>
            </a:r>
          </a:p>
        </p:txBody>
      </p:sp>
    </p:spTree>
    <p:extLst>
      <p:ext uri="{BB962C8B-B14F-4D97-AF65-F5344CB8AC3E}">
        <p14:creationId xmlns:p14="http://schemas.microsoft.com/office/powerpoint/2010/main" val="1994017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DDBEE-02A0-4670-93EF-6D4577E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1. Imagen USB preparada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85DD7-5E81-47C1-9DF6-B5997EAA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Ubique el archivo inicial de la imagen adquirida, por ejemplo USB_Caso_01.E01. Si tiene segmentos E02, E03, etc., consérvelos juntos en la misma carpeta.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e273233d4407"/>
          <a:stretch xmlns:a="http://schemas.openxmlformats.org/drawingml/2006/main"/>
        </p:blipFill>
        <p:spPr>
          <a:xfrm xmlns:a="http://schemas.openxmlformats.org/drawingml/2006/main">
            <a:off x="1181100" y="2396671"/>
            <a:ext cx="9810750" cy="35505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68685-A155-4B7C-BD20-509A232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Ruta E01 real de un caso publicado; cambie luego el método a File System / Read Only</a:t>
            </a:r>
          </a:p>
        </p:txBody>
      </p:sp>
    </p:spTree>
    <p:extLst>
      <p:ext uri="{BB962C8B-B14F-4D97-AF65-F5344CB8AC3E}">
        <p14:creationId xmlns:p14="http://schemas.microsoft.com/office/powerpoint/2010/main" val="769033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805F9-56C2-4267-BD24-79BD3FF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2. Abrir Image Mounting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B53B4-922D-4999-8095-FA5F385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En FTK Imager, abra File &gt; Image Mounting. Aparecerá Mount Image To Drive.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33c9d3dda448a"/>
          <a:stretch xmlns:a="http://schemas.openxmlformats.org/drawingml/2006/main"/>
        </p:blipFill>
        <p:spPr>
          <a:xfrm xmlns:a="http://schemas.openxmlformats.org/drawingml/2006/main">
            <a:off x="4426904" y="2266950"/>
            <a:ext cx="3319141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90EFE-B569-4F46-A185-4722E7C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Menú real de FTK Imager 4.7.3.81</a:t>
            </a:r>
          </a:p>
        </p:txBody>
      </p:sp>
    </p:spTree>
    <p:extLst>
      <p:ext uri="{BB962C8B-B14F-4D97-AF65-F5344CB8AC3E}">
        <p14:creationId xmlns:p14="http://schemas.microsoft.com/office/powerpoint/2010/main" val="1358386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4DE5E-5F3E-486A-9956-44212B8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3. Seleccionar el archivo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3412-BAC1-4FCC-AD28-8EF836C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Use el botón de búsqueda junto a Image File y elija el primer segmento E01 de la USB. La ruta de la captura es de un ejemplo distinto.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4fe13fe96400e"/>
          <a:stretch xmlns:a="http://schemas.openxmlformats.org/drawingml/2006/main"/>
        </p:blipFill>
        <p:spPr>
          <a:xfrm xmlns:a="http://schemas.openxmlformats.org/drawingml/2006/main">
            <a:off x="4117287" y="2266950"/>
            <a:ext cx="3938375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5C847-3806-4BBD-BC43-E9F7A6B7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Diálogo real, con archivo de ejemplo</a:t>
            </a:r>
          </a:p>
        </p:txBody>
      </p:sp>
    </p:spTree>
    <p:extLst>
      <p:ext uri="{BB962C8B-B14F-4D97-AF65-F5344CB8AC3E}">
        <p14:creationId xmlns:p14="http://schemas.microsoft.com/office/powerpoint/2010/main" val="177015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2BB44-D34B-4849-BE48-82D275A1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4. Tipo y letra de montaje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DB330-8A59-49F5-9940-CC38F27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Elija Physical &amp; Logical para representar disco y partición, o Logical Only si solo necesita la unidad visible. Asigne una letra libre, por ejemplo M:.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96e1d60834ec2"/>
          <a:stretch xmlns:a="http://schemas.openxmlformats.org/drawingml/2006/main"/>
        </p:blipFill>
        <p:spPr>
          <a:xfrm xmlns:a="http://schemas.openxmlformats.org/drawingml/2006/main">
            <a:off x="1181100" y="2360735"/>
            <a:ext cx="9810750" cy="362243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5EC43-3A9B-4E7A-9A20-788FA35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Capturas de la guía de FTK Imager 4.7.1</a:t>
            </a:r>
          </a:p>
        </p:txBody>
      </p:sp>
    </p:spTree>
    <p:extLst>
      <p:ext uri="{BB962C8B-B14F-4D97-AF65-F5344CB8AC3E}">
        <p14:creationId xmlns:p14="http://schemas.microsoft.com/office/powerpoint/2010/main" val="80289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EFD9C-5374-45EB-8693-8428DF8A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5. Método de solo lectura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49D8A-079B-490C-A18E-3257769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En Mount Method seleccione File System / Read Only para explorar carpetas en Windows. La captura señala las opciones disponibles. Evite Block Device / Writable.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0c5fbab5a4526"/>
          <a:stretch xmlns:a="http://schemas.openxmlformats.org/drawingml/2006/main"/>
        </p:blipFill>
        <p:spPr>
          <a:xfrm xmlns:a="http://schemas.openxmlformats.org/drawingml/2006/main">
            <a:off x="1181100" y="2285267"/>
            <a:ext cx="9810750" cy="377336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B96F7-5169-4966-B714-A9E89FEC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Capturas de la guía de FTK Imager 4.7.1</a:t>
            </a:r>
          </a:p>
        </p:txBody>
      </p:sp>
    </p:spTree>
    <p:extLst>
      <p:ext uri="{BB962C8B-B14F-4D97-AF65-F5344CB8AC3E}">
        <p14:creationId xmlns:p14="http://schemas.microsoft.com/office/powerpoint/2010/main" val="1638662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33BB4-105A-4CDA-8713-A24A249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6. Confirmar el montaje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745D-CA52-47E6-8238-BAC90DE6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Pulse Mount. Revise Mapped Image List: la partición lógica debe mostrar la letra asignada y File System / Read Only. Si usó Physical &amp; Logical también verá un disco físico.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7219405f4abc"/>
          <a:stretch xmlns:a="http://schemas.openxmlformats.org/drawingml/2006/main"/>
        </p:blipFill>
        <p:spPr>
          <a:xfrm xmlns:a="http://schemas.openxmlformats.org/drawingml/2006/main">
            <a:off x="2633663" y="2266950"/>
            <a:ext cx="6905625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FD484-846D-46A6-A713-675103C5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Lista real de ejemplo en la guía de FTK Imager</a:t>
            </a:r>
          </a:p>
        </p:txBody>
      </p:sp>
    </p:spTree>
    <p:extLst>
      <p:ext uri="{BB962C8B-B14F-4D97-AF65-F5344CB8AC3E}">
        <p14:creationId xmlns:p14="http://schemas.microsoft.com/office/powerpoint/2010/main" val="213025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1B597-A2AC-412C-8F83-2F80458D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7. Localizar la unidad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BA69B-3A0C-4788-859A-18049080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Abra Este equipo en el Explorador de Windows y compruebe que apareció la letra nueva. Esta captura muestra una unidad montada en el ejemplo, cuya capacidad difiere de su USB.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10fb02538434e"/>
          <a:stretch xmlns:a="http://schemas.openxmlformats.org/drawingml/2006/main"/>
        </p:blipFill>
        <p:spPr>
          <a:xfrm xmlns:a="http://schemas.openxmlformats.org/drawingml/2006/main">
            <a:off x="3215456" y="2266950"/>
            <a:ext cx="5742039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15331-E8A9-4C30-BA92-C602629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Ejemplo independiente con FTK Imager 4.7.3.81</a:t>
            </a:r>
          </a:p>
        </p:txBody>
      </p:sp>
    </p:spTree>
    <p:extLst>
      <p:ext uri="{BB962C8B-B14F-4D97-AF65-F5344CB8AC3E}">
        <p14:creationId xmlns:p14="http://schemas.microsoft.com/office/powerpoint/2010/main" val="1268236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7F700-80E4-4CFC-8938-4ED958E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8. Explorar carpetas y archivos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9DCCA-8B11-45C9-B63B-5765C6EE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Abra la letra asignada y recorra [root] y las carpetas. Registre rutas, nombres, tipos, tamaños y fechas de los elementos relevantes. La imagen muestra una comparación publicada entre imagen USB y USB original.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e3c4d0c934a2b"/>
          <a:stretch xmlns:a="http://schemas.openxmlformats.org/drawingml/2006/main"/>
        </p:blipFill>
        <p:spPr>
          <a:xfrm xmlns:a="http://schemas.openxmlformats.org/drawingml/2006/main">
            <a:off x="1181100" y="2446611"/>
            <a:ext cx="9810750" cy="34506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FE0D1-ACBB-468B-8270-0DA23C8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Ejemplo USB montada en Windows 11, caso distinto</a:t>
            </a:r>
          </a:p>
        </p:txBody>
      </p:sp>
    </p:spTree>
    <p:extLst>
      <p:ext uri="{BB962C8B-B14F-4D97-AF65-F5344CB8AC3E}">
        <p14:creationId xmlns:p14="http://schemas.microsoft.com/office/powerpoint/2010/main" val="1846176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7D816-36F9-491B-9A7B-8A0D1E1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9. Cerrar la exploración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0D353-05BF-42A7-9F5D-B82B740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Cierre archivos y ventanas que estén utilizando la unidad montada. Regrese a FTK Imager y abra otra vez File &gt; Image Mounting.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32b3d99ff4e32"/>
          <a:stretch xmlns:a="http://schemas.openxmlformats.org/drawingml/2006/main"/>
        </p:blipFill>
        <p:spPr>
          <a:xfrm xmlns:a="http://schemas.openxmlformats.org/drawingml/2006/main">
            <a:off x="4426904" y="2266950"/>
            <a:ext cx="3319141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0FE14-49B9-4206-880E-23A63408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Ejemplo con dos mapeos registrados</a:t>
            </a:r>
          </a:p>
        </p:txBody>
      </p:sp>
    </p:spTree>
    <p:extLst>
      <p:ext uri="{BB962C8B-B14F-4D97-AF65-F5344CB8AC3E}">
        <p14:creationId xmlns:p14="http://schemas.microsoft.com/office/powerpoint/2010/main" val="870893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7023B-7DDD-4299-9F64-3BFF48C1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10. Desmontar la imagen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3D826-9752-4AF5-8A98-7C21000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En Mapped Image List seleccione la letra lógica y pulse Unmount. Si queda un mapeo PhysicalDrive, selecciónelo y pulse Unmount otra vez. La captura muestra el estado intermedio tras retirar la unidad lógica.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1b378714243ce"/>
          <a:stretch xmlns:a="http://schemas.openxmlformats.org/drawingml/2006/main"/>
        </p:blipFill>
        <p:spPr>
          <a:xfrm xmlns:a="http://schemas.openxmlformats.org/drawingml/2006/main">
            <a:off x="1181100" y="3123904"/>
            <a:ext cx="9810750" cy="209609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0F6FE-8DBC-46D5-B029-36FA1E6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Estado intermedio real: aún queda el mapeo físico</a:t>
            </a:r>
          </a:p>
        </p:txBody>
      </p:sp>
    </p:spTree>
    <p:extLst>
      <p:ext uri="{BB962C8B-B14F-4D97-AF65-F5344CB8AC3E}">
        <p14:creationId xmlns:p14="http://schemas.microsoft.com/office/powerpoint/2010/main" val="1516236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CB198-DD66-48FD-BD09-67A3030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43B58"/>
                </a:solidFill>
                <a:latin typeface="Nimbus Sans"/>
                <a:ea typeface="Nimbus Sans"/>
                <a:cs typeface="Nimbus Sans"/>
              </a:rPr>
              <a:t>11. Verificación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2D198-CAAA-4022-97AD-5F3E3BD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73B4D"/>
                </a:solidFill>
                <a:latin typeface="Nimbus Sans"/>
                <a:ea typeface="Nimbus Sans"/>
                <a:cs typeface="Nimbus Sans"/>
              </a:rPr>
              <a:t>Confirme que la lista de mapeos queda vacía y que la letra de unidad ya no figura en Este equipo. Cierre el diálogo con Close. Conserve intactos el E01 y sus segmentos.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752b99a864e08"/>
          <a:stretch xmlns:a="http://schemas.openxmlformats.org/drawingml/2006/main"/>
        </p:blipFill>
        <p:spPr>
          <a:xfrm xmlns:a="http://schemas.openxmlformats.org/drawingml/2006/main">
            <a:off x="4117287" y="2266950"/>
            <a:ext cx="3938375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6CB7B-6483-4B4C-BAC6-2EA0D1E8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D7181"/>
                </a:solidFill>
                <a:latin typeface="Nimbus Sans"/>
                <a:ea typeface="Nimbus Sans"/>
                <a:cs typeface="Nimbus Sans"/>
              </a:rPr>
              <a:t>Referencia visual de lista vacía antes de montar; compruebe el mismo estado al finalizar</a:t>
            </a:r>
          </a:p>
        </p:txBody>
      </p:sp>
    </p:spTree>
    <p:extLst>
      <p:ext uri="{BB962C8B-B14F-4D97-AF65-F5344CB8AC3E}">
        <p14:creationId xmlns:p14="http://schemas.microsoft.com/office/powerpoint/2010/main" val="710391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2026-09-25T16:12:44.0170000Z</dcterms:created>
  <dcterms:modified xsi:type="dcterms:W3CDTF">2026-09-25T16:12:44.0180000Z</dcterms:modified>
</coreProperties>
</file>